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61" r:id="rId7"/>
    <p:sldId id="262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59" r:id="rId16"/>
    <p:sldId id="272" r:id="rId17"/>
    <p:sldId id="269" r:id="rId18"/>
    <p:sldId id="273" r:id="rId19"/>
    <p:sldId id="270" r:id="rId20"/>
    <p:sldId id="271" r:id="rId21"/>
    <p:sldId id="276" r:id="rId22"/>
    <p:sldId id="274" r:id="rId23"/>
    <p:sldId id="277" r:id="rId24"/>
    <p:sldId id="278" r:id="rId25"/>
    <p:sldId id="275" r:id="rId26"/>
    <p:sldId id="279" r:id="rId27"/>
    <p:sldId id="280" r:id="rId28"/>
    <p:sldId id="282" r:id="rId29"/>
    <p:sldId id="283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01ADD-4247-9FE1-513D-988952306C3E}" v="1" dt="2026-05-21T05:03:18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dy Adrian Moreno Medina" userId="S::gadrianmoreno@ucompensar.edu.co::65ae087e-ce5b-4cae-a829-b58af80afac1" providerId="AD" clId="Web-{81D01ADD-4247-9FE1-513D-988952306C3E}"/>
    <pc:docChg chg="delSld">
      <pc:chgData name="Geordy Adrian Moreno Medina" userId="S::gadrianmoreno@ucompensar.edu.co::65ae087e-ce5b-4cae-a829-b58af80afac1" providerId="AD" clId="Web-{81D01ADD-4247-9FE1-513D-988952306C3E}" dt="2026-05-21T05:03:18.883" v="0"/>
      <pc:docMkLst>
        <pc:docMk/>
      </pc:docMkLst>
      <pc:sldChg chg="del">
        <pc:chgData name="Geordy Adrian Moreno Medina" userId="S::gadrianmoreno@ucompensar.edu.co::65ae087e-ce5b-4cae-a829-b58af80afac1" providerId="AD" clId="Web-{81D01ADD-4247-9FE1-513D-988952306C3E}" dt="2026-05-21T05:03:18.883" v="0"/>
        <pc:sldMkLst>
          <pc:docMk/>
          <pc:sldMk cId="2660179003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60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6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5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7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9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2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4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2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1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45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3B77A-82E9-5F75-2C84-4C8B007B1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549814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s-CO" altLang="es-CO" sz="4000" b="1" dirty="0">
                <a:latin typeface="Arial"/>
                <a:cs typeface="Arial"/>
                <a:sym typeface="Biome Light" panose="020B0303030204020804" pitchFamily="34" charset="0"/>
              </a:rPr>
              <a:t>Integrante: Geordy Adrián Moreno Medina</a:t>
            </a:r>
            <a:br>
              <a:rPr lang="es-CO" sz="4000" dirty="0">
                <a:solidFill>
                  <a:schemeClr val="tx2"/>
                </a:solidFill>
              </a:rPr>
            </a:br>
            <a:endParaRPr lang="es-CO" sz="4000" dirty="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DF9F6E-5A8C-446C-B30D-86C99D53D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0" y="1680883"/>
            <a:ext cx="5681657" cy="2586948"/>
          </a:xfrm>
        </p:spPr>
        <p:txBody>
          <a:bodyPr anchor="b">
            <a:noAutofit/>
          </a:bodyPr>
          <a:lstStyle/>
          <a:p>
            <a:pPr algn="l"/>
            <a:r>
              <a:rPr lang="es-CO" altLang="es-CO" sz="4000" b="1" dirty="0">
                <a:latin typeface="Arial"/>
                <a:ea typeface="+mj-ea"/>
                <a:cs typeface="Arial"/>
                <a:sym typeface="Biome Light" panose="020B0303030204020804" pitchFamily="34" charset="0"/>
              </a:rPr>
              <a:t>Panadería “Dulce trigo”:</a:t>
            </a:r>
            <a:endParaRPr lang="es-CO" altLang="es-CO" sz="40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Biome Light" panose="020B0303030204020804" pitchFamily="34" charset="0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268EE62-C035-4137-569E-2A8688E85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3585923"/>
            <a:ext cx="4141760" cy="600554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6390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CO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ontenido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C7F264-1A07-98B8-CB42-4F22E597C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69633"/>
            <a:ext cx="5257799" cy="5003113"/>
          </a:xfrm>
        </p:spPr>
        <p:txBody>
          <a:bodyPr anchor="t">
            <a:normAutofit/>
          </a:bodyPr>
          <a:lstStyle/>
          <a:p>
            <a:pPr marL="514350" indent="-514350">
              <a:buAutoNum type="arabicPeriod"/>
            </a:pPr>
            <a:r>
              <a:rPr lang="es-ES" dirty="0">
                <a:latin typeface="Helvetica" pitchFamily="2" charset="0"/>
              </a:rPr>
              <a:t>Diagrama relacional del proyecto:</a:t>
            </a:r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pPr marL="514350" indent="-514350">
              <a:buAutoNum type="arabicPeriod"/>
            </a:pPr>
            <a:endParaRPr lang="es-ES" sz="1700" dirty="0"/>
          </a:p>
          <a:p>
            <a:endParaRPr lang="es-CO" sz="1700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2850B00-62FD-AF5B-511F-1BD9FA510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41" y="5087785"/>
            <a:ext cx="4539344" cy="65820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544" y="1455216"/>
            <a:ext cx="6449529" cy="476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8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pPr marL="514350" indent="-514350"/>
            <a:r>
              <a:rPr lang="es-ES" sz="3200" dirty="0"/>
              <a:t>Archivo DDL con las tablas insertadas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C7F264-1A07-98B8-CB42-4F22E597C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69633"/>
            <a:ext cx="5257799" cy="50031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s-CO" sz="1700" dirty="0"/>
          </a:p>
          <a:p>
            <a:pPr marL="0" indent="0">
              <a:buNone/>
            </a:pPr>
            <a:endParaRPr lang="es-CO" sz="1700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2850B00-62FD-AF5B-511F-1BD9FA510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13" y="5364772"/>
            <a:ext cx="4539344" cy="65820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r="70223"/>
          <a:stretch/>
        </p:blipFill>
        <p:spPr>
          <a:xfrm>
            <a:off x="6251575" y="489914"/>
            <a:ext cx="2930525" cy="68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4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C7F264-1A07-98B8-CB42-4F22E597C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69633"/>
            <a:ext cx="5257799" cy="50031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s-CO" sz="1700" dirty="0"/>
          </a:p>
          <a:p>
            <a:pPr marL="0" indent="0">
              <a:buNone/>
            </a:pPr>
            <a:endParaRPr lang="es-CO" sz="1700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2850B00-62FD-AF5B-511F-1BD9FA510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13" y="5364772"/>
            <a:ext cx="4539344" cy="65820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28428"/>
          <a:stretch/>
        </p:blipFill>
        <p:spPr>
          <a:xfrm>
            <a:off x="3898900" y="314142"/>
            <a:ext cx="7289799" cy="505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5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dentro del archivo Dml.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C7F264-1A07-98B8-CB42-4F22E597C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69633"/>
            <a:ext cx="5257799" cy="5003113"/>
          </a:xfrm>
        </p:spPr>
        <p:txBody>
          <a:bodyPr anchor="t">
            <a:normAutofit/>
          </a:bodyPr>
          <a:lstStyle/>
          <a:p>
            <a:r>
              <a:rPr lang="es-CO" sz="2400" dirty="0"/>
              <a:t>Aquí se encuentran los datos que van a ser almacenados correspondientes a clientes, empleados, ingredientes, productos, proveedores etc.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2850B00-62FD-AF5B-511F-1BD9FA510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65809"/>
            <a:ext cx="4539344" cy="65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7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8965806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en la tabla categorías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12" y="2144632"/>
            <a:ext cx="10303393" cy="323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1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8965806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en la tabla productos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24" y="1536700"/>
            <a:ext cx="9953755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7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8965806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en la tabla ingredientes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12" y="1504950"/>
            <a:ext cx="5734517" cy="499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2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8965806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en la tabla proveedores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24" y="1781030"/>
            <a:ext cx="10517933" cy="428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32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8965806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en la tabla clientes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5" y="1828800"/>
            <a:ext cx="7682472" cy="461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69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10916377" cy="1616203"/>
          </a:xfrm>
        </p:spPr>
        <p:txBody>
          <a:bodyPr anchor="t">
            <a:normAutofit/>
          </a:bodyPr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Inserciones en la tabla empleados &amp; cargos empleados</a:t>
            </a: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965" y="1627093"/>
            <a:ext cx="8659905" cy="501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9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9585118" cy="161620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Consultas con operadores relacionales: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65" y="1781030"/>
            <a:ext cx="6572035" cy="170973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411" y="3397233"/>
            <a:ext cx="57340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2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9154812" cy="161620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Consultas con operadores relacionales: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94" y="1644743"/>
            <a:ext cx="6267450" cy="21431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504" y="3096745"/>
            <a:ext cx="6213248" cy="339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10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10593647" cy="1616203"/>
          </a:xfrm>
        </p:spPr>
        <p:txBody>
          <a:bodyPr anchor="t">
            <a:normAutofit/>
          </a:bodyPr>
          <a:lstStyle/>
          <a:p>
            <a:r>
              <a:rPr lang="es-ES" sz="3200" dirty="0"/>
              <a:t>Consultas con funciones de agrupamiento : Sum, Avg.</a:t>
            </a:r>
            <a:br>
              <a:rPr lang="es-ES" sz="3200" dirty="0"/>
            </a:b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96" y="1781029"/>
            <a:ext cx="8775217" cy="206482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564" y="3661683"/>
            <a:ext cx="5668735" cy="284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39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10593647" cy="1616203"/>
          </a:xfrm>
        </p:spPr>
        <p:txBody>
          <a:bodyPr anchor="t">
            <a:normAutofit/>
          </a:bodyPr>
          <a:lstStyle/>
          <a:p>
            <a:r>
              <a:rPr lang="es-ES" sz="3200" dirty="0"/>
              <a:t>Consultas con funciones de agrupamiento : Max, Min.</a:t>
            </a:r>
            <a:br>
              <a:rPr lang="es-ES" sz="3200" dirty="0"/>
            </a:b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93" y="2126315"/>
            <a:ext cx="4757625" cy="24794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715" y="3366052"/>
            <a:ext cx="5427850" cy="29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5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10768459" cy="869317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Consultas con fechas (month, day, year)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253" y="1842246"/>
            <a:ext cx="3540499" cy="32261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93" y="2026865"/>
            <a:ext cx="5170560" cy="406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9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11171871" cy="734847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Consultas multi-tabla (</a:t>
            </a:r>
            <a:r>
              <a:rPr lang="es-ES" sz="3200" b="1" dirty="0"/>
              <a:t>join</a:t>
            </a:r>
            <a:r>
              <a:rPr lang="es-ES" sz="3200" dirty="0"/>
              <a:t>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5" y="1563780"/>
            <a:ext cx="5553075" cy="459105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289" y="1563780"/>
            <a:ext cx="6010275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23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11171871" cy="734847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Consultas multi-tabla (</a:t>
            </a:r>
            <a:r>
              <a:rPr lang="es-ES" sz="3200" b="1" dirty="0"/>
              <a:t>join</a:t>
            </a:r>
            <a:r>
              <a:rPr lang="es-ES" sz="3200" dirty="0"/>
              <a:t>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93" y="1707776"/>
            <a:ext cx="5074584" cy="4790323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12850B00-62FD-AF5B-511F-1BD9FA510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4442326"/>
            <a:ext cx="4539344" cy="65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63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10630678" cy="1616203"/>
          </a:xfrm>
        </p:spPr>
        <p:txBody>
          <a:bodyPr anchor="t">
            <a:normAutofit fontScale="90000"/>
          </a:bodyPr>
          <a:lstStyle/>
          <a:p>
            <a:r>
              <a:rPr lang="es-ES" sz="3200" dirty="0"/>
              <a:t>Procedimientos almacenados de las tablas que consideren necesarias ( inserción, actualización, consulta.)</a:t>
            </a:r>
            <a:br>
              <a:rPr lang="es-ES" sz="3200" dirty="0"/>
            </a:br>
            <a:br>
              <a:rPr lang="es-ES" sz="3200" dirty="0"/>
            </a:br>
            <a:endParaRPr lang="es-ES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885" y="2589131"/>
            <a:ext cx="5488509" cy="377132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" y="2102783"/>
            <a:ext cx="6161947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98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10630678" cy="1616203"/>
          </a:xfrm>
        </p:spPr>
        <p:txBody>
          <a:bodyPr anchor="t">
            <a:normAutofit fontScale="90000"/>
          </a:bodyPr>
          <a:lstStyle/>
          <a:p>
            <a:r>
              <a:rPr lang="es-ES" sz="3200" dirty="0"/>
              <a:t>Procedimientos almacenados de las tablas que consideren necesarias ( inserción, actualización, consulta.)</a:t>
            </a:r>
            <a:br>
              <a:rPr lang="es-ES" sz="3200" dirty="0"/>
            </a:br>
            <a:br>
              <a:rPr lang="es-ES" sz="3200" dirty="0"/>
            </a:br>
            <a:endParaRPr lang="es-ES" sz="3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03" y="2014537"/>
            <a:ext cx="6162115" cy="348531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119" y="2014536"/>
            <a:ext cx="5785036" cy="400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48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45" y="2111481"/>
            <a:ext cx="6666661" cy="27294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10630678" cy="1616203"/>
          </a:xfrm>
        </p:spPr>
        <p:txBody>
          <a:bodyPr anchor="t">
            <a:normAutofit fontScale="90000"/>
          </a:bodyPr>
          <a:lstStyle/>
          <a:p>
            <a:r>
              <a:rPr lang="es-ES" sz="3200" dirty="0"/>
              <a:t>Procedimientos almacenados de las tablas que consideren necesarias ( inserción, actualización, consulta.)</a:t>
            </a:r>
            <a:br>
              <a:rPr lang="es-ES" sz="3200" dirty="0"/>
            </a:br>
            <a:br>
              <a:rPr lang="es-ES" sz="3200" dirty="0"/>
            </a:br>
            <a:endParaRPr lang="es-ES" sz="3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063" y="3321424"/>
            <a:ext cx="6495798" cy="285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02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Vistas (Consultas)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24" y="1315290"/>
            <a:ext cx="5281419" cy="512585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19" y="1781030"/>
            <a:ext cx="6379860" cy="227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03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Vistas (Consultas)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14" y="2130798"/>
            <a:ext cx="4582142" cy="31270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14" y="1444718"/>
            <a:ext cx="5474073" cy="464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1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9907847" cy="66761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Vistas (Dashboards PowerBI)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40" y="1590675"/>
            <a:ext cx="888682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00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972929"/>
            <a:ext cx="9907847" cy="66761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S" sz="3200" dirty="0"/>
              <a:t>Vistas (Dashboards PowerBI)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93" y="1581150"/>
            <a:ext cx="101727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87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716F-ABAF-4046-7509-1F5DDCA4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424" y="2115930"/>
            <a:ext cx="4865200" cy="1891294"/>
          </a:xfrm>
        </p:spPr>
        <p:txBody>
          <a:bodyPr anchor="t">
            <a:normAutofit/>
          </a:bodyPr>
          <a:lstStyle/>
          <a:p>
            <a:r>
              <a:rPr lang="es-ES" sz="5400" dirty="0"/>
              <a:t>Muchas Gracias !!!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12850B00-62FD-AF5B-511F-1BD9FA510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4442326"/>
            <a:ext cx="4539344" cy="65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900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784547D7100B42BD65933089AE6BD1" ma:contentTypeVersion="7" ma:contentTypeDescription="Crear nuevo documento." ma:contentTypeScope="" ma:versionID="5a5f4c10a283c9f0d64de7b342d94f9e">
  <xsd:schema xmlns:xsd="http://www.w3.org/2001/XMLSchema" xmlns:xs="http://www.w3.org/2001/XMLSchema" xmlns:p="http://schemas.microsoft.com/office/2006/metadata/properties" xmlns:ns2="1aa8611d-3ef2-4212-aceb-9003e7aaf61a" targetNamespace="http://schemas.microsoft.com/office/2006/metadata/properties" ma:root="true" ma:fieldsID="7d3df22915b9ef892b9abd118e21aa5c" ns2:_="">
    <xsd:import namespace="1aa8611d-3ef2-4212-aceb-9003e7aaf6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8611d-3ef2-4212-aceb-9003e7aaf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A39F38-29CC-4B95-8FB8-0945568AFA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a8611d-3ef2-4212-aceb-9003e7aaf6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29A776-3106-4590-B425-1C2B85D7F23A}">
  <ds:schemaRefs>
    <ds:schemaRef ds:uri="http://schemas.openxmlformats.org/package/2006/metadata/core-properties"/>
    <ds:schemaRef ds:uri="http://schemas.microsoft.com/office/2006/metadata/properties"/>
    <ds:schemaRef ds:uri="1aa8611d-3ef2-4212-aceb-9003e7aaf61a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7D8BDDF-79CF-4A1E-8936-B56C3DC975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288</TotalTime>
  <Words>207</Words>
  <Application>Microsoft Office PowerPoint</Application>
  <PresentationFormat>Widescreen</PresentationFormat>
  <Paragraphs>36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DashVTI</vt:lpstr>
      <vt:lpstr>Integrante: Geordy Adrián Moreno Medina </vt:lpstr>
      <vt:lpstr>Contenido</vt:lpstr>
      <vt:lpstr>Archivo DDL con las tablas insertadas</vt:lpstr>
      <vt:lpstr>PowerPoint Presentation</vt:lpstr>
      <vt:lpstr>Inserciones dentro del archivo Dml.</vt:lpstr>
      <vt:lpstr>Inserciones en la tabla categorías</vt:lpstr>
      <vt:lpstr>Inserciones en la tabla productos</vt:lpstr>
      <vt:lpstr>Inserciones en la tabla ingredientes</vt:lpstr>
      <vt:lpstr>Inserciones en la tabla proveedores</vt:lpstr>
      <vt:lpstr>Inserciones en la tabla clientes</vt:lpstr>
      <vt:lpstr>Inserciones en la tabla empleados &amp; cargos empleados</vt:lpstr>
      <vt:lpstr>Consultas con operadores relacionales:</vt:lpstr>
      <vt:lpstr>Consultas con operadores relacionales:</vt:lpstr>
      <vt:lpstr>Consultas con funciones de agrupamiento : Sum, Avg. </vt:lpstr>
      <vt:lpstr>Consultas con funciones de agrupamiento : Max, Min. </vt:lpstr>
      <vt:lpstr>Consultas con fechas (month, day, year)</vt:lpstr>
      <vt:lpstr>Consultas multi-tabla (join)</vt:lpstr>
      <vt:lpstr>Consultas multi-tabla (join)</vt:lpstr>
      <vt:lpstr>Procedimientos almacenados de las tablas que consideren necesarias ( inserción, actualización, consulta.)  </vt:lpstr>
      <vt:lpstr>Procedimientos almacenados de las tablas que consideren necesarias ( inserción, actualización, consulta.)  </vt:lpstr>
      <vt:lpstr>Procedimientos almacenados de las tablas que consideren necesarias ( inserción, actualización, consulta.)  </vt:lpstr>
      <vt:lpstr>Vistas (Consultas)</vt:lpstr>
      <vt:lpstr>Vistas (Consultas)</vt:lpstr>
      <vt:lpstr>Vistas (Dashboards PowerBI)</vt:lpstr>
      <vt:lpstr>Vistas (Dashboards PowerBI)</vt:lpstr>
      <vt:lpstr>Muchas Gracias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Integrante: Geordy Adrián Moreno Medina </dc:title>
  <dc:creator>Jimy Javier Aldana Reyes</dc:creator>
  <cp:lastModifiedBy>USUARIO</cp:lastModifiedBy>
  <cp:revision>21</cp:revision>
  <dcterms:created xsi:type="dcterms:W3CDTF">2025-10-22T21:54:48Z</dcterms:created>
  <dcterms:modified xsi:type="dcterms:W3CDTF">2026-05-21T05:03:18Z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0x0101003A784547D7100B42BD65933089AE6BD1</vt:lpwstr>
  </property>
</Properties>
</file>